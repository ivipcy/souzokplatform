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今日は細かい操作ではなく「なぜこの形か（分業を支える）」と「どう移行するか」を共有します。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この1枚が全体の地図。以降は「分業を、システムがどう支えるか」を具体で見せる。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★ここが起点。面談シート＝オーダーシート＝タスクの設計図。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分業でこそ、多くの案件を処理できる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案件はこう流れる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面談シート→オーダーシート→タスク→実務→納品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3つのロールの世界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受注／管理／事務管理、それぞれの価値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分業を止めない仕組み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2857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0200"/>
            <a:ext cx="2926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 — 何が、どう変わる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B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0F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記録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面談は紙→転記／相談はチャットで流れて消える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面談シートに即入力＝そのままOS／報告・相談は案件に残り、必要な人へ通知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661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タスク管理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重要タスクが人の頭の中だけ→漏れる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オーダーシートからタスクを自動設計／抜けはアラートで通知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00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見える化・フォロー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78892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進捗・フラグ（黄/赤/紫）＋マイページで、みんながフォローできる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C6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E8B6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8FF"/>
          </a:solidFill>
          <a:ln w="12700">
            <a:solidFill>
              <a:srgbClr val="D5E4F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それを支える仕組み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期限を可視化・停滞を防ぐ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アラート・報連相・マイダッシュボード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受信簿・確認簿・タスク管理簿をシステム内に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AIで効率化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100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書類作成・進捗サマリー・AIナビ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分業体制はこう回る — 誰が・いつ・何を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ステータスが進むと、バトンが次のロールへ渡る。どのフェーズを誰が担うか＝分業がそのまま可視化されます。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965960" cy="502920"/>
          </a:xfrm>
          <a:prstGeom prst="rect">
            <a:avLst/>
          </a:prstGeom>
          <a:solidFill>
            <a:srgbClr val="11173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 ＼ フェーズ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面談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着手準備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作業進行中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業務完了・納品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83080" cy="1078992"/>
          </a:xfrm>
          <a:prstGeom prst="rect">
            <a:avLst/>
          </a:prstGeom>
          <a:solidFill>
            <a:srgbClr val="EEF3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面談シート入力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1783080" cy="1078992"/>
          </a:xfrm>
          <a:prstGeom prst="rect">
            <a:avLst/>
          </a:prstGeom>
          <a:solidFill>
            <a:srgbClr val="EEF3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割振り→アサイン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17220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OS最終化・タスク出し・着手前フォロー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5528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進捗管理(AI要約)・報連相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73836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業務完了・納品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535424"/>
            <a:ext cx="1783080" cy="1078992"/>
          </a:xfrm>
          <a:prstGeom prst="rect">
            <a:avLst/>
          </a:prstGeom>
          <a:solidFill>
            <a:srgbClr val="EDF6F1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7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ファイル化→着手OK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955280" y="4535424"/>
            <a:ext cx="1783080" cy="1078992"/>
          </a:xfrm>
          <a:prstGeom prst="rect">
            <a:avLst/>
          </a:prstGeom>
          <a:solidFill>
            <a:srgbClr val="EDF6F1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7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事務タスク実務・到着管理・AI書類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3836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515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案件詳細のナビが「次に進む条件」を、アラートが「遅れ」を教えるので、バトンが滞らない。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AI面談シート — 紙をやめて、そのままオーダーシートへ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手書きでもタイピングでもOK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手描きメモをAIが画像認識して自動入力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相続ステーション連携の「面談設定済」案件に結果を登録するだけ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チャットワークでの報告は不要（LP担当への報告文も自動作成）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面談直後に入力 → 後工程が自動で組み上がる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面談シート（手書き／AI認識）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 → 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オーダーシートから、必要なタスクを自動生成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722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面談シートに作業指示を足すだけでオーダーシート完成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955798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217545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955798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オーダーシートの内容を元に、案件に必要なタスクを自動で作成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4101084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362831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4101084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戸籍請求・財産調査・書類作成など、やることが最初から並ぶ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5246370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5081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5246370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管理担当は抜けを気にせず、タスクを確認・調整して進めるだけ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オーダーシート／自動生成されたタスク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書類管理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 — 紙の受領管理をシステムへ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今は紙で管理 → 案件に紐づく「到着受信簿」で一元管理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案件で受領する書類はあらかじめ設定。到着待ちは「受領待ち」を選ぶだけ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到着した書類をタスクに紐づけ → タスクの着手OKフラグが自動で立つ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お客様・各行政機関からの取得状況をまとめて把握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到着した書類をベースに、最終的な納品対応までつながる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到着受信簿（受領待ち／到着処理）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着手前のフォローを"見える化"（管理担当）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044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471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料金表入力・前受金請求書の発行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5F8FE"/>
          </a:solidFill>
          <a:ln w="12700">
            <a:solidFill>
              <a:srgbClr val="D5E2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771132" y="3264408"/>
            <a:ext cx="32004" cy="2139696"/>
          </a:xfrm>
          <a:prstGeom prst="rect">
            <a:avLst/>
          </a:prstGeom>
          <a:solidFill>
            <a:srgbClr val="BFD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前受金入金・OS最終化・タスク出し が完了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30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事務管理ダッシュボードに「ファイル化待ち」で起票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443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物理ファイルでファイル化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5157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作業進行中へ ／ 事務管理タスク開始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着手前の抜けを防ぐ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37360"/>
            <a:ext cx="3886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たくさん抱えても、パンクしない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着手前フォロー：OS最終化・初期タスク出し・契約書類/入金の確認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作業着手したら、AIが進捗サマリーを自動作成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必要最低限の情報アクセスで、案件の進捗をすぐ把握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細かい事務タスクは見ない → 頭がパンクしない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本当に困ったときだけ、報連相で事務管理をヘルプ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案件進捗サマリー（AI）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紙・エクセルの複雑なタスク管理を、全部システムで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到着物の管理／戸籍請求時の料金チェック／管理担当への相談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AI書類作成（戸籍請求書・名寄せ請求書 等）で資料作成を効率化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横断でも「事務管理進捗タブ」で案件全体の進行度を把握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タスク詳細で、直近タスクの進捗も確認できる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紙・エクセルからの卒業 → 抜け漏れと転記をなくす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事務管理進捗タブ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731520"/>
            <a:ext cx="822960" cy="822960"/>
          </a:xfrm>
          <a:prstGeom prst="ellipse">
            <a:avLst/>
          </a:prstGeom>
          <a:solidFill>
            <a:srgbClr val="E1A33A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分業を、止めない仕組み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 → 気づける → フォローし合える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どんな時に、何色で出る？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マイページ上部の2つのバナーに件数が出ます。放置が続くと 黄 → 赤 に自動で上がります。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9EC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早めに（黄）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未対応（最後に開いてから）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週次報告の漏れ／回答予定日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漏れ・間近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 未記載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CEEE9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今すぐ（赤）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タスク／入金の期日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2週間(14日) 以上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19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3319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受注から2営業日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前受金が未請求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29800" y="3895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受注から5営業日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完了予定日 超過／前受金 未入金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47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 ／ 案件報告の「至急！！」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5047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10営業日 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クレーム／大クレーム</a:t>
            </a:r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は案件が </a:t>
            </a:r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紫フラグ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　営業日＝日曜のみ休み（土曜は営業日）。放置が続くと 黄→赤 に自動昇格。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41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191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9087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6908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6916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4592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通知の動き — 口頭で終わらせず、必要な人へ届く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誰かのアクションが案件に記録され、必要な人へ通知が飛ぶ。だからボールが落ちない。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1744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79296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4896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管理担当が報告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3184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案件報告「至急！！」等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42336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1520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9072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4672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案件に記録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2960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履歴として残る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22112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1296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8848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必要な人へ通知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2736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受注担当のマイページ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2776" y="472744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要注意バナー（赤）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1888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31072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18624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4224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気づいて対応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22512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クリックで案件へ／確認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至急は要注意バナー（赤）に直結。放置が続けば 黄→赤 へ自動昇格。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到着受信簿の動き — 紙をやめ、候補から選ぶだけ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受領する書類は事前設定。到着したら候補から選んで処理 → タスクに紐づく。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156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5248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308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受領予定を事前設定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596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オーダーシートから自動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06828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6012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2104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9164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書類が到着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7452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戸籍・契約書類 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3684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12868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8960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6020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受信簿で処理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04308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候補から選ぶだけ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60540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89724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5816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62876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タスクに紐づけ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81164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着手OKフラグ自動ON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37396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66580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2672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9732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納品対応へ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58020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到着物ベースで完結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毎回の新規作成が不要に。「受領待ち」を選ぶだけで受領状況を管理できる。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MOBILE / TABLET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面談シートのマルチデバイス化 — その場で入力、クラウドでつながる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スマホ・タブレットの面談シートで入力（手書き・タイピング・AI画像認識）。クラウドで同期し、PCでオーダーシート化・タスク自動生成まで。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1051560" cy="1874520"/>
          </a:xfrm>
          <a:prstGeom prst="roundRect">
            <a:avLst>
              <a:gd name="adj" fmla="val 12174"/>
            </a:avLst>
          </a:prstGeom>
          <a:solidFill>
            <a:srgbClr val="1E2761"/>
          </a:solidFill>
          <a:ln w="25400">
            <a:solidFill>
              <a:srgbClr val="2A3570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32004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C6E8F"/>
          </a:solidFill>
          <a:ln w="25400">
            <a:solidFill>
              <a:srgbClr val="245B76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5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面談シート（手書き・タイピング・AI画像認識）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3154680"/>
            <a:ext cx="2011680" cy="1234440"/>
          </a:xfrm>
          <a:prstGeom prst="roundRect">
            <a:avLst>
              <a:gd name="adj" fmla="val 40741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クラウド同期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どこでも共有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5360" y="28803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後工程へ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タスクの進め方 — 4ステップを回す＋AIが進捗を集計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5727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 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94760" y="157276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案件タスク一式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727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実務タブ（作業画面）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1744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9296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4896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一覧に表示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3184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優先度・着手OK順（急ぎ=黄/超急ぎ=赤）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42336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1520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59072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4672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作業＋進捗記録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2960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実務タブを見ながら記録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22112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51296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8848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完了：実施結果＋次を選択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2736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次に着手OKなタスクを選ぶ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1888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31072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8624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04224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次が一覧トップに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22512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着手OKで再表示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 1〜4を繰り返して案件が前へ進む　／　迷ったら 管理担当に相談（報連相・ヘルプ）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48463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案件進捗管理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5102352"/>
            <a:ext cx="27432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各タスクの実施結果が蓄積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15000" y="51023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5102352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AIが集計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92440" y="51023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0" y="5102352"/>
            <a:ext cx="28346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（今どこまで進んだか一目）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2026-08-03T22:36:31Z</dcterms:created>
  <dcterms:modified xsi:type="dcterms:W3CDTF">2026-08-03T22:36:31Z</dcterms:modified>
</cp:coreProperties>
</file>