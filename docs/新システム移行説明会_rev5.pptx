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相続プラットフォーム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 移行説明会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受注・管理・事務管理の「分業」を、システムでつなぐ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相続事業部</a:t>
            </a:r>
            <a:pPr indent="0" marL="0">
              <a:buNone/>
            </a:pPr>
            <a:r>
              <a:rPr lang="en-US" sz="14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20XX年X月X日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今日の流れ（約90〜120分）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どう変わるのか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紙・チャットからの脱却（Before/After）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368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 ＝ 分業体制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受注/管理/事務管理でバトンを渡す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骨子と、それを支える機能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面談→OS→タスク→進捗 ＋ 支える機能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9410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止めない・フォローする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270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アラート・報連相・マイページ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745736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727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056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1件を面談から納品まで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5138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移行方針とロードマップ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843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まず少数から、一緒に育てる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1600200"/>
            <a:ext cx="3200400" cy="4663440"/>
          </a:xfrm>
          <a:prstGeom prst="roundRect">
            <a:avLst>
              <a:gd name="adj" fmla="val 2857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1600200"/>
            <a:ext cx="2926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システムのトップ画面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なぜ変えるのか — 何が、どう変わる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2F4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8892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B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0F7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記録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8892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面談は紙→転記／相談はチャットで流れて消える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面談シートに即入力＝そのままOS／報告・相談は案件に残り、必要な人へ通知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661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タスク管理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8892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重要タスクが人の頭の中だけ→漏れる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オーダーシートからタスクを自動設計／抜けはアラートで通知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800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見える化・フォロー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78892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7180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案件の進捗が横から見えない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進捗・フラグ（黄/赤/紫）＋マイページで、みんながフォローできる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 — 分業でこそ、多くの案件を処理できる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オーシャンの分業体制を、より効率的に。受注・管理・事務管理が役割に集中し、システムがつなぐ。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2F6F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面談・受注・オーダーシート作成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1945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2E8B6F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1945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着手前フォロー・進捗管理・納品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1945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D6608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1945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タスク実務・書類作成・到着管理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→（管理が統括）→ 事務管理が実務。役割を分担してバトンを渡す ＝ 分業。次ページで、この分業が骨子をどう回すか見ます。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×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分業体制はこう回る — 誰が・いつ・何を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ステータスが進むと、バトンが次のロールへ渡る。どのフェーズを誰が担うか＝分業がそのまま可視化されます。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965960" cy="502920"/>
          </a:xfrm>
          <a:prstGeom prst="rect">
            <a:avLst/>
          </a:prstGeom>
          <a:solidFill>
            <a:srgbClr val="11173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 ＼ フェーズ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面談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受注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着手準備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作業進行中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3836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業務完了・納品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965960" cy="1078992"/>
          </a:xfrm>
          <a:prstGeom prst="rect">
            <a:avLst/>
          </a:prstGeom>
          <a:solidFill>
            <a:srgbClr val="EAF1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83080" cy="1078992"/>
          </a:xfrm>
          <a:prstGeom prst="rect">
            <a:avLst/>
          </a:prstGeom>
          <a:solidFill>
            <a:srgbClr val="EAF1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3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面談シート入力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1783080" cy="1078992"/>
          </a:xfrm>
          <a:prstGeom prst="rect">
            <a:avLst/>
          </a:prstGeom>
          <a:solidFill>
            <a:srgbClr val="EAF1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3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3836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196596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割振り→アサイン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17220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OS最終化・タスク出し・着手前フォロー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95528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進捗管理(AI要約)・報連相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973836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業務完了・納品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40080" y="4535424"/>
            <a:ext cx="1965960" cy="1078992"/>
          </a:xfrm>
          <a:prstGeom prst="rect">
            <a:avLst/>
          </a:prstGeom>
          <a:solidFill>
            <a:srgbClr val="FCEBF2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660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8A2F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0604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4535424"/>
            <a:ext cx="1783080" cy="1078992"/>
          </a:xfrm>
          <a:prstGeom prst="rect">
            <a:avLst/>
          </a:prstGeom>
          <a:solidFill>
            <a:srgbClr val="FCEBF2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2F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ファイル化→着手OK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955280" y="4535424"/>
            <a:ext cx="1783080" cy="1078992"/>
          </a:xfrm>
          <a:prstGeom prst="rect">
            <a:avLst/>
          </a:prstGeom>
          <a:solidFill>
            <a:srgbClr val="FCEBF2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2F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事務タスク実務・到着管理・AI書類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73836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7515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案件詳細のナビが「次に進む条件」を、アラートが「遅れ」を教えるので、バトンが滞らない。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BACKBONE ×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骨子と分業でこう回る — 全体像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12700">
            <a:solidFill>
              <a:srgbClr val="E0A6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分業で案件を効率的に回し、お客様満足度の向上 ＆ 業務完了サイクルの改善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  </a:t>
            </a:r>
            <a:pPr algn="r" indent="0" marL="0">
              <a:buNone/>
            </a:pPr>
            <a:r>
              <a:rPr lang="en-US" sz="1050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   </a:t>
            </a:r>
            <a:pPr algn="r" indent="0" marL="0">
              <a:buNone/>
            </a:pPr>
            <a:r>
              <a:rPr lang="en-US" sz="1050" dirty="0">
                <a:solidFill>
                  <a:srgbClr val="D660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2912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F6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2912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07312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92912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スマホ/タブレット・手書き/AI認識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21712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32608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F6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2608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 ＝案件の骨子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47008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3032608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情報を効率的にまとめる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1408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72304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D660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 ＋ 管理が統括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72304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6704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5172304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OSから自動生成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72304" y="374904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進め方サイクル・フラグ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72304" y="4169664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到着受信簿で紐づけ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01104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2000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D660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2000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実施結果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6400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2000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各タスクの結果が蓄積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0800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51696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51696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66096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9451696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AI集計→サマリー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51696" y="374904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マイページ/チームで可視化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468172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→（管理が統括）→ 事務管理が実務：役割を分担してバトンを渡すから、骨子が滞らず速く回る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029200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E9F3F0"/>
          </a:solidFill>
          <a:ln w="12700">
            <a:solidFill>
              <a:srgbClr val="CDE7D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102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フォロー体制・停滞防止 → 完了サイクル改善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" y="5440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アラート／報連相・案件報告／通知／マイページ／チームダッシュボード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5029200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28232" y="5102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脱・紙/エクセル ＋ AIで効率化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28232" y="5440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52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受信簿・確認簿・タスク管理簿のデジタル化／AI書類作成／業務ナビ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48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0A64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THEME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情報を"骨子化"する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面談記録 → オーダーシート（案件の骨子）→ タスク・実務。効率的に、抜けなくまとめる。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MOBILE / TABLET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面談シートのマルチデバイス化 — その場で入力、クラウドでつながる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スマホ・タブレットの面談シートで入力（手書き・タイピング・AI画像認識）。クラウドで同期し、PCでオーダーシート化・タスク自動生成まで。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828800" y="2697480"/>
            <a:ext cx="1051560" cy="1874520"/>
          </a:xfrm>
          <a:prstGeom prst="roundRect">
            <a:avLst>
              <a:gd name="adj" fmla="val 12174"/>
            </a:avLst>
          </a:prstGeom>
          <a:solidFill>
            <a:srgbClr val="2F6FE0"/>
          </a:solidFill>
          <a:ln w="25400">
            <a:solidFill>
              <a:srgbClr val="22539E"/>
            </a:solidFill>
          </a:ln>
          <a:effectLst>
            <a:outerShdw sx="100000" sy="100000" kx="0" ky="0" algn="bl" rotWithShape="0" blurRad="101600" dist="381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32004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F6FE0"/>
          </a:solidFill>
          <a:ln w="25400">
            <a:solidFill>
              <a:srgbClr val="22539E"/>
            </a:solidFill>
          </a:ln>
          <a:effectLst>
            <a:outerShdw sx="100000" sy="100000" kx="0" ky="0" algn="bl" rotWithShape="0" blurRad="101600" dist="381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タブレット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面談シート（手書き・タイピング・AI画像認識）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29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3154680"/>
            <a:ext cx="2011680" cy="1234440"/>
          </a:xfrm>
          <a:prstGeom prst="roundRect">
            <a:avLst>
              <a:gd name="adj" fmla="val 40741"/>
            </a:avLst>
          </a:prstGeom>
          <a:solidFill>
            <a:srgbClr val="EEF2FC"/>
          </a:solidFill>
          <a:ln w="19050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クラウド同期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どこでも共有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95360" y="28803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オーダーシート化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面談シート（骨子の起点）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オーダーシートからタスク自動生成 → 進め方 → AIが進捗集計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5727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自動生成 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94760" y="1572768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案件タスク一式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57276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572768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実務タブ（作業画面）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1744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79296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4896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一覧に表示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3184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優先度・着手OK順（急ぎ=黄/超急ぎ=赤）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42336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71520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59072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4672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作業＋進捗記録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2960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実務タブを見ながら記録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22112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51296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38848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完了：実施結果＋次を選択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42736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次に着手OKなタスクを選ぶ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01888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31072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18624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04224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次が一覧トップに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22512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着手OKで再表示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4074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↻ 1〜4を繰り返して案件が前へ進む　／　迷ったら 管理担当に相談（報連相・ヘルプ）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828032"/>
            <a:ext cx="10881360" cy="1225296"/>
          </a:xfrm>
          <a:prstGeom prst="roundRect">
            <a:avLst>
              <a:gd name="adj" fmla="val 7463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4828032"/>
            <a:ext cx="19202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案件進捗管理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5074920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各タスクの実施結果が蓄積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15000" y="50749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7920" y="507492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AIが集計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92440" y="50749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95360" y="5074920"/>
            <a:ext cx="2834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案件進捗サマリー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（今どこまで進んだか一目）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タスク・実務タブ（骨子を実行）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到着受信簿の動き — 紙をやめ、候補から選ぶだけ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受領する書類は事前設定。到着したら候補から選んで処理 → タスクに紐づく。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156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5248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308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受領予定を事前設定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596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オーダーシートから自動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06828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6012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2104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09164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書類が到着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7452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戸籍・契約書類 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3684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12868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48960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6020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受信簿で処理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04308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候補から選ぶだけ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60540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89724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25816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62876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タスクに紐づけ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81164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着手OKフラグ自動ON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37396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66580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402672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9732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納品対応へ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58020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到着物ベースで完結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5532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毎回の新規作成が不要に。「受領待ち」を選ぶだけで受領状況を管理できる。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 › 到着受信簿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事務管理タスクの仕組み（着手OK・受領次第OK・優先度）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 フラグ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次に着手してよいタスクに付ける → 事務管理タスク一覧に表示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受領次第OK フラグ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到着受信簿で書類と紐づけると → 着手OK に自動で切替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 3段階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 / 急ぎ / 超急ぎ。優先度の高い順に上から表示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CEFCF"/>
          </a:solidFill>
          <a:ln w="12700">
            <a:solidFill>
              <a:srgbClr val="E1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493776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7DCDC"/>
          </a:solidFill>
          <a:ln w="12700"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252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超急ぎ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4937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一覧では行ごとに色付け（急ぎ=黄・超急ぎ=赤）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783080"/>
            <a:ext cx="4160520" cy="429768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783080"/>
            <a:ext cx="3886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事務管理タスク一覧（優先度順）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 › フラグ / 優先度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着手前のフォローを"見える化"（管理担当）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作業着手準備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この4つが揃うと進める（ナビで可視化）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4128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044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377647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758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管理担当のアサイン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24128" y="448970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4471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契約書類の受領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4128" y="520293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5184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料金表入力・前受金請求書の発行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5F8FE"/>
          </a:solidFill>
          <a:ln w="12700">
            <a:solidFill>
              <a:srgbClr val="D5E2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2176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作業着手準備 → 作業進行中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771132" y="3264408"/>
            <a:ext cx="32004" cy="2139696"/>
          </a:xfrm>
          <a:prstGeom prst="rect">
            <a:avLst/>
          </a:prstGeom>
          <a:solidFill>
            <a:srgbClr val="BFD3EC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前受金入金・OS最終化・タスク出し が完了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7307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事務管理ダッシュボードに「ファイル化待ち」で起票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377647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44439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物理ファイルでファイル化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448970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51572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作業進行中へ ／ 事務管理タスク開始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20293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「次に何をすれば進むか」が常に見える → 着手前の抜けを防ぐ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48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0A64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THEME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止めない・フォローし合う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記録に残る → 気づける → その場でタスクになる。抜け漏れ・停滞を防ぐ土台。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 — どんな時に、何色で出る？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マイページ上部の2つのバナーに件数が出ます。放置が続くと 黄 → 赤 に自動で上がります。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9EC"/>
          </a:solidFill>
          <a:ln w="12700">
            <a:solidFill>
              <a:srgbClr val="F0DBB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7B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6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要確認案件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546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早めに（黄）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タスクの期日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入金（請求）の期日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0" y="3319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953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未対応（最後に開いてから）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38953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週次報告の漏れ／回答予定日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4471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漏れ・間近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047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 未記載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CEEE9"/>
          </a:solidFill>
          <a:ln w="12700">
            <a:solidFill>
              <a:srgbClr val="F0C9B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584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要注意案件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今すぐ（赤）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タスク／入金の期日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2980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2週間(14日) 以上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319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管理担当が未アサイン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29800" y="3319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受注から2営業日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895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前受金が未請求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29800" y="3895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受注から5営業日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47141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完了予定日 超過／前受金 未入金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047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 ／ 案件報告の「至急！！」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29800" y="5047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10営業日 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クレーム／大クレーム</a:t>
            </a:r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は案件が </a:t>
            </a:r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紫フラグ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　営業日＝日曜のみ休み（土曜は営業日）。放置が続くと 黄→赤 に自動昇格。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フォロー › アラート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 — 残せる・助けを呼べる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進捗サマリー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7373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週次報告がワンクリック（AI要約つき）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871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報連相（報告/連絡/相談）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487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適宜。宛先を選んで送る・受けたら確認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36976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369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管理担当ヘルプ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2369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詰まったら助けを求める（至急は赤バナー直結）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867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クレーム報告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39867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記録する（重いと案件が紫フラグ）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736592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7365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依頼者連絡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7365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お客様とのやり取りを記録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どの報連相からでも </a:t>
            </a:r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その場でタスク化</a:t>
            </a:r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できる。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173736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737360"/>
            <a:ext cx="3886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 / 報連相ウィンドウ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フォロー › 報連相・案件報告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通知の動き — 口頭で終わらせず、必要な人へ届く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誰かのアクションが案件に記録され、必要な人へ通知が飛ぶ。だからボールが落ちない。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1744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79296" y="291693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4896" y="3538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管理担当が報告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3184" y="3995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案件報告「至急！！」等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42336" y="29718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1520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9072" y="291693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4672" y="3538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案件に記録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2960" y="3995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履歴として残る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22112" y="29718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51296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38848" y="291693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538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必要な人へ通知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42736" y="3995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受注担当のマイページ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62776" y="4818888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要注意バナー（赤）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01888" y="29718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31072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18624" y="291693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04224" y="3538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気づいて対応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22512" y="3995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クリックで案件へ／確認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至急は要注意バナー（赤）に直結。放置が続けば 黄→赤 へ自動昇格。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フォロー › 通知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マイページ／マイダッシュボード — 司令塔とフォロー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自分の案件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395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色（黄/赤/紫）で優先が一目で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出した報告 / 受けた報告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40880" y="2395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案件報告・報連相の送受信を管理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355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自分のタスク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45920" y="3813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やることを一元管理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15468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355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アラート＋通知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40880" y="3813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「やること」と「履歴」を集約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さらに、チームの超過タスクを一覧化 → みんなでフォローできる（マイダッシュボード）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257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チームダッシュボード（超過タスクのフォロー）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フォロー › マイページ／チーム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48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0A64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THEME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脱・紙/エクセル ＋ AIで効率化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複雑な手作業をシステムへ。書類作成やナビをAIが助ける。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DIGITAL &amp;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紙をデジタル化、AIで効率化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紙・エクセルを全部システム内に。探せる・残る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戸籍請求書・名寄せ請求書などをすぐ作成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AIナビ（予定）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「この案件どう進める？」を相談できる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迷わない・手が止まらない。効率化で、分業をさらに速く。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効率化（脱・紙／AI）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1件を、面談から納品まで通します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サンプル：田中家 相続手続き（横浜市の不動産・みずほ銀行）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面談登録 → オーダーシート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タスク自動生成／受信簿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割り振り → 着手準備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 → 作業進行中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 → 納品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移行方針：まず少数から、一緒に育てる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〜1ヶ月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 1〜2件だけ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新規案件のうち"事故が少なそうなもの"で慣れる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要望を集めて改善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現場の声を元にアップデート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〜3ヶ月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件数を増やしながら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アップデートを回し続ける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完璧じゃなくていい。まず少数で慣れて、すぐ直す。それを繰り返します。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今後のアップデート予定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AI書類作成の拡大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対応する書類を増やし、作成の手間をさらに削減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AIナビ（業務相談）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「この案件どう進める？」をその場で相談できる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現場の要望で改善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アンケート・フィードバックを継続反映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使いながら、どんどん便利にしていきます。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困ったとき・お願い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3911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面談は"その場で"入力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94960" y="1783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紙をやめ、面談直後に。後工程が自動で組み上がる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27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971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/ 要望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94960" y="2971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マニュアル（/manual）＋遠慮なくフィードバック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41655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まず慣れる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94960" y="41605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各チーム1〜2件から。抱え込まず報連相で共有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「完璧じゃなくていい、一緒に育てる」— それが今日一番のお願いです。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ご質問・ご不安、なんでもどうぞ。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まず1〜2件、一緒に動かしてみましょう。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2026-08-03T23:16:33Z</dcterms:created>
  <dcterms:modified xsi:type="dcterms:W3CDTF">2026-08-03T23:16:33Z</dcterms:modified>
</cp:coreProperties>
</file>